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90800"/>
            <a:ext cx="108204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生成AI活用入門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35433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明日の仕事で使えるプロンプトを、自分の手で書く30分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6000750"/>
            <a:ext cx="10820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2026-07-13 / 開発部 / 30分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30分後、あなたは2つのことができるようになっています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一発で正解を引き当てる話ではありません。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自分の業務で使えるプロンプト(AIへの指示文)を</a:t>
            </a:r>
            <a:endParaRPr lang="en-US" sz="2100" dirty="0"/>
          </a:p>
          <a:p>
            <a:pPr lvl="1" indent="0" marL="0">
              <a:lnSpc>
                <a:spcPts val="36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書いて、成果物を1つ出せる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出てきた結果の良し悪しを判断して、</a:t>
            </a:r>
            <a:endParaRPr lang="en-US" sz="2100" dirty="0"/>
          </a:p>
          <a:p>
            <a:pPr lvl="1" indent="0" marL="0">
              <a:lnSpc>
                <a:spcPts val="36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プロンプトを直して出し直せる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この指示では、使えるテストコードは出ません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手直しを考えると、自分で書いたほうが早い。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71700"/>
            <a:ext cx="7429500" cy="8572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71700"/>
            <a:ext cx="76200" cy="8572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400300"/>
            <a:ext cx="68961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「このコードのテストを書いて」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00100" y="3028950"/>
            <a:ext cx="107061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テストフレームワークが違う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異常系が1つも書かれていない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モックの流儀がこのリポジトリと違う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同じモデル・同じコードで、指示の書き方だけを変えます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差を生んだのはセンスではなく、型です。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フレームワークが合っている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異常系が入っている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手直しの土台として使える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成果物が出るプロンプトには、4つの要素が入っています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4つ全部を毎回びっしり書く必要はありません(後述)。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 — 誰として答えるか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 — 何をしてほしいか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文脈 — 前提として何を知っておくべきか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出力形式 — どんな形で返すか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 — 誰として答えるかを一文で与えます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役割を与えると専門領域のタスクで性能が上がる。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71700"/>
            <a:ext cx="7429500" cy="12573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71700"/>
            <a:ext cx="76200" cy="12573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400300"/>
            <a:ext cx="68961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「あなたは我々のチームのシニアエンジニアで、</a:t>
            </a:r>
            <a:endParaRPr lang="en-US" sz="1950" dirty="0"/>
          </a:p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テストコードのレビューを日常的にやっています」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85800" y="3695700"/>
            <a:ext cx="10820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Anthropic 公式資料。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タスク — 動詞で、一度に一つだけ頼みます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もっともらしい嘘が、我々には一番たちが悪い。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3つも4つも同時に頼むと、どれも中途半端になる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後輩に頼むときと同じ。一度に一つ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「分からないことは、分からないと言ってください」</a:t>
            </a:r>
            <a:endParaRPr lang="en-US" sz="2100" dirty="0"/>
          </a:p>
          <a:p>
            <a:pPr lvl="1" indent="0" marL="0">
              <a:lnSpc>
                <a:spcPts val="36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の一文を添える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文脈 — 4つのうち、開発部に一番効くのがここです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既存コードを1枚貼るだけで、出力は激変します。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使っているテストフレームワークは何か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既存のテストはどう書かれているか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モックはどのライブラリで、どう張るか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このリポジトリの規約は何か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出力形式 — 何に使うかを先に決めて、その形で返させます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解説付きで返されると、そのままコピーして使えません。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そのままエディタに貼れる形で返してください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観点・理由・重大度の3列の表で返してください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3276600"/>
            <a:ext cx="10820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地味ですが、毎日効いてきます。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最良のプロンプトは、最長でも最複雑でもありません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目的を確実に達成できる、最小限の構造を持つもの。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62200"/>
            <a:ext cx="108204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Anthropic 公式ブログより。XMLタグでの構造化も、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多くの場合は不要とされています。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短く書いて、足りなければ足す。呪文の暗記は不要です。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出てきた結果は、3つの軸で見ます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なんとなく駄目、で書き直さない。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頼んだことが全部入っているか → 直すのはタスク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事実として正しいか → 直すのは文脈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そのまま使えるか → 直すのは出力形式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直すのは、一度に一箇所だけです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一発で当てるゲームではありません。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71700"/>
            <a:ext cx="7429500" cy="12573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71700"/>
            <a:ext cx="76200" cy="12573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400300"/>
            <a:ext cx="68961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異常系が抜けている → タスクに一行足す</a:t>
            </a:r>
            <a:endParaRPr lang="en-US" sz="1950" dirty="0"/>
          </a:p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「入力が空の場合と、型が違う場合を必ず含める」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85800" y="3695700"/>
            <a:ext cx="10820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3箇所まとめて直すと、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何が効いたのか分からなくなります。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今週の自分の実タスクで、プロンプトを1本書いてください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粗くていい。2回目を回すところまでがゴール。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書く(4分) — 4要素を並べる。文脈に一番時間をかける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出す・採点する(2分) — 3つの評価軸で見る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直して出し直す(2分) — 落ちた軸の要素を1つだけ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0"/>
            <a:ext cx="108204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演習(8分)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3581400"/>
            <a:ext cx="10820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書く → 出す → 採点 → 直す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うまくいった人は、例外なく文脈を貼っています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上手な人になったのではなく、直せる人になった。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役割とタスクは、皆さん自然に書けている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1回目で崩れるのは、たいてい文脈が薄いとき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3276600"/>
            <a:ext cx="10820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前者は才能の話。後者は手順の話。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だから今日からできます。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貼ってはいけないものが、はっきりあります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社外との打ち合わせで、ホワイトボードに書けるか。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2095500"/>
            <a:ext cx="107061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顧客の個人情報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認証情報・トークン</a:t>
            </a:r>
            <a:endParaRPr lang="en-US" sz="2100" dirty="0"/>
          </a:p>
          <a:p>
            <a:pPr marL="152400" indent="-152400">
              <a:lnSpc>
                <a:spcPts val="3600"/>
              </a:lnSpc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契約で外に出せないと決まっているコード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3733800"/>
            <a:ext cx="10820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迷ったら、貼る前に聞いてください。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108204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明日やることを、一つだけ決めて帰ってください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181100"/>
            <a:ext cx="108204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今日書いたプロンプトを、明日、別のタスクでもう一度使う。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24100"/>
            <a:ext cx="10820400" cy="1295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52700"/>
            <a:ext cx="103632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自分の業務のプロンプトを書いて、成果物を出せる。</a:t>
            </a:r>
            <a:endParaRPr lang="en-US" sz="21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出力を判断して、直して、出し直せる。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10820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効いた書き方は、チームのチャンネルへ。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0" y="6438900"/>
            <a:ext cx="133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生成AI活用入門 — 開発部</dc:title>
  <dc:subject>PptxGenJS Presentation</dc:subject>
  <dc:creator>seminar-toolkit</dc:creator>
  <cp:lastModifiedBy>seminar-toolkit</cp:lastModifiedBy>
  <cp:revision>1</cp:revision>
  <dcterms:created xsi:type="dcterms:W3CDTF">2026-07-13T04:25:42Z</dcterms:created>
  <dcterms:modified xsi:type="dcterms:W3CDTF">2026-07-13T04:25:42Z</dcterms:modified>
</cp:coreProperties>
</file>